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Dedeepya Majety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A100FF"/>
                </a:solidFill>
                <a:latin typeface="Arial"/>
              </a:defRPr>
            </a:pPr>
            <a:r>
              <a:t>Azure Data Engineer &amp; Lakehouse Specialist  |  Data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Accenture in India  |  Data &amp; AI Platform Engineering  |  Req ID: 4476918574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Associate - Azure Data Engineer @ Cognizant (3.9 YOE delivering enterprise cloud lakehouse solutions).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Databricks Certified Data Engineer Associate (ID: 185421754)  |  Microsoft Power BI Associate (PL-300).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Verified Track Record: Modernized 40+ legacy Informatica workflows to Databricks Delta Lake (40% runtime reduction).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🟢 Serving Official Notice Period at Cognizant  |  Available to Join in 30 Days (Immediate Joiner Advantage).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+91-6281869953  |  majetydedeepya0@gmail.com  |  linkedin.com/in/dedeepya-majety  |  dedeepya-majety-portfolio.vercel.app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My Technical Strategy for Accenture in India: 3 Core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High-throughput data engineering, cost efficiency, and automated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1. Lakehouse Modernization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Migrate legacy batch ETL to Azure Databricks Delta Lake and PySpark.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continuous Auto Loader (cloudFiles) for streaming file ingestion.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Ensure 100% data parity with automated row-count and checksum validation.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Cut pipeline runtimes by ~40% and cloud compute spend by ~30%.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2. Performance &amp;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Mitigate distributed data skew using key salting and broadcast hash joins.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Leverage Adaptive Query Execution (AQE) for dynamic shuffle partition tuning.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Compact small files via OPTIMIZE and Z-ORDER on high-cardinality keys.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Orchestrate modular Python Airflow DAGs with 99.8% SLA adherence.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3. Governance &amp;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Enforce centralized Unity Catalog 3-level namespace (catalog.schema.table).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dynamic column masking and row-level security filters (RBAC).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Tune Informatica MDM match-merge trust scores for unified golden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Build executive Power BI dashboards with optimized DAX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Production Medallion Lakehouse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multi-hop data refinement, ACID reliability, and analytics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Bronze Tier: Raw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Source: ADLS Gen2 object storage with multi-source file drops (JSON, CSV, Parquet).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Engine: Databricks Auto Loader (cloudFiles) with RocksDB state storage.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Schema Evolution: Automated schema inference with _rescued_data column protection.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Storage: Append-only Delta Lake raw tables preserving source fidelity.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SLA: Near-real-time streaming and scheduled micro-batch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Silver Tier: Conformed &amp;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Processing: PySpark distributed cleaning and business rule validation.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Deduplication: Window functions (row_number() over primary keys).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Idempotency: Delta Lake ACID MERGE INTO with SCD Type 1 &amp; Type 2 tracking.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Governance: Unity Catalog table/column access controls and lineage.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Quality: Automated schema enforcement and data contract assertions.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Gold Tier: Business Data Marts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Data Modeling: Curated Star Schema dimensional models (Fact &amp; Dim tables).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Optimization: File compaction via OPTIMIZE and Z-ORDER on query dimensions.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Serving: High-concurrency Databricks SQL Serverless Warehouses.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BI Layer: Power BI Direct Lake connectivity with optimized DAX measures.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Impact: 25% query latency improvement across operational scorecards.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Production Track Record (Cognizant / Amgen)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Verified technical levers and quantitative delivery impact across 3.9 YOE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40% Pipeline Runtime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Migrated 40+ legacy Informatica PowerCenter workflows to Azure Databricks.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Transitioned fixed-schedule batch extracts to Auto Loader streaming.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Slashed daily execution windows from 5 hours to under 3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~30% Cloud Infrastructure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Rightsized Azure Databricks cluster nodes and enabled auto-termination.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Leveraged spot compute instances for non-critical batch transformation stages.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Eliminated legacy on-premises license dependencies and maintenance overhead.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99.8% Pipeline SLA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Authored modular Python Apache Airflow DAGs with exponential backoff retries.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Configured automated alerting and automated failure isolation across ADLS Gen2.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Guaranteed 100% data parity between legacy feeds and Delta Lake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~15% Duplicate Entities Eliminated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Tuned Informatica MDM match-and-merge rule sets and survivorship logic.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Resolved entity duplication across global customer and organization master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Delivered 6+ executive Power BI dashboards with custom DAX scorecards.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PySpark Distributed Tuning &amp; Troubleshooting Mastery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Solving distributed data skew, memory bottlenecks, and executor failures at the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 Skew Diagnosis &amp; Salting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199 tasks finish in seconds; 200th task runs for 30 mins (spill to disk).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Root Cause: Hotspot keys (e.g. nulls or massive enterprise IDs) piling on one executor.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Salting keys via concat(key, floor(rand() * 10)) to distribute partitions uniformly.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Broadcast Hash Join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Problem: Expensive SortMergeJoin triggering multi-gigabyte network shuffle stages.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Force broadcast(dim_df) for dimension tables under 10MB.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Outcome: Eliminates network shuffle entirely, cutting join latency by up to 70%.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Memory Management &amp; 137 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java.lang.OutOfMemoryError or ExecutorLostFailure (exit code 137).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Root Causes: Uncontrolled collect(), driver overwhelm, or memory/storage contention.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Replace collect() with take()/write, tune spark.memory.fraction, and persist properly.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Delta Compaction &amp; Small File Swamps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Streaming sink writes 10,000 sub-MB files, stalling downstream query planning.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Configure spark.databricks.delta.autoCompact.enabled = true and optimizeWrite.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Maintenance: Schedule hourly OPTIMIZE table ZORDER BY (keys) + VACUUM.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Governance &amp; DataOps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data security, regulatory compliance, and golden master record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Databricks Unity Catalog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Three-Level Namespace: Clean hierarchical governance (catalog.schema.table).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Role-Based Access Control (RBAC): Fine-grained permissions across multi-tenant environments.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Column Masking: Dynamic redaction of PII / sensitive attributes based on user group membership.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Row-Level Filtering: Restricting data access based on geographical or business entity scope.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End-to-End Data Lineage: Automated tracking from raw source files to analytical dashboards.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Audit Compliance: Full visibility into table alterations and user query histories.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Informatica MDM &amp;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Match-and-Merge Rules: Configured deterministic exact match and probabilistic fuzzy match logic.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Trust Decay Scoring: Established attribute-level trust curves favoring verified modern CRM inputs.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Survivorship Logic: Automated resolution of conflicting source values to create unified golden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Entity Deduplication: Reduced master customer and organization duplicate rates by ~15%.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Airflow DataOps: Automated data quality gates verifying row-counts and checksums before publish.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GxP Awareness: Rigorous adherence to audit trails and regulatory data validation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My Operating Principles: Velocity &amp; High-Agency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professional standards defining day-to-day engineering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1. Mathematical Parity Before Cutover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Never migrate an ETL pipeline based on gut feeling or spot checks.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Enforce automated row-count, primary key nullness, and checksum reconciliation.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Guarantee 100% data parity between legacy systems and modern Lakehouse sinks.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2. Proactive Schema Drift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External source schemas will inevitably change unexpectedly at midnight.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Build resilient ingestion using Auto Loader's _rescued_data to avoid batch halts.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schema contracts and automated alerting to resolve drift before business impact.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3. Root Cause Performance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Never solve a Spark performance bottleneck by blindly doubling cluster compute size.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Inspect Spark UI task timelines to isolate the exact stage causing data skew or memory spill.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Apply architectural fixes (salting, broadcasting, partition pruning) to permanently resolve issues.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4. Full-Lifecycle Engineering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Take complete ownership from raw ingestion to the final executive dashboard scorecard.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Collaborate seamlessly across data architecture, business operations, and QA teams.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Document data lineage, design decisions, and runbooks for transparent team velocity.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30-60-90 Day Execution Roadmap for Accenture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Phased delivery plan ensuring immediate day-1 contribution and long-term technical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Accenture in India  |  Req 4476918574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1 to 30: Immersion &amp;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Audit existing data pipelines, Airflow DAGs, and ADLS Gen2 storage tiers.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Identify compute cost hotspots, query bottlenecks, and data skew risks.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Engage with data leads and business stakeholders to map critical SLA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Take ownership of primary ETL batch monitoring and incident response.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Deliver initial pipeline bug fixes with 100% verified test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31 to 60: Modernize &amp; 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Modernize priority batch workflows to Databricks Auto Loader and Delta Lake.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PySpark optimization patterns (salting, broadcasting, partition pruning).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Configure automated compaction (OPTIMIZE/Z-ORDER) and VACUUM maintenance jobs.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Establish automated data quality reconciliation gates in CI/CD pipelines.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Achieve measurable runtime reductions across core analytical feeds.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61 to 90: Governance &amp;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Expand Databricks Unity Catalog governance (RBAC, column masking, lineage).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Design curated star-schema data marts for high-concurrency BI serving.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Partner with BI analysts to optimize Direct Lake connectivity and DAX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Author comprehensive architecture documentation, runbooks, and SOPs.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Mentor junior engineers on Delta Lake internals and PySpark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